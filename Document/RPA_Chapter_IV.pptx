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2"/>
  </p:notesMasterIdLst>
  <p:handoutMasterIdLst>
    <p:handoutMasterId r:id="rId33"/>
  </p:handoutMasterIdLst>
  <p:sldIdLst>
    <p:sldId id="256" r:id="rId5"/>
    <p:sldId id="301" r:id="rId6"/>
    <p:sldId id="269" r:id="rId7"/>
    <p:sldId id="257" r:id="rId8"/>
    <p:sldId id="260" r:id="rId9"/>
    <p:sldId id="309" r:id="rId10"/>
    <p:sldId id="338" r:id="rId11"/>
    <p:sldId id="321" r:id="rId12"/>
    <p:sldId id="323" r:id="rId13"/>
    <p:sldId id="332" r:id="rId14"/>
    <p:sldId id="333" r:id="rId15"/>
    <p:sldId id="331" r:id="rId16"/>
    <p:sldId id="335" r:id="rId17"/>
    <p:sldId id="325" r:id="rId18"/>
    <p:sldId id="334" r:id="rId19"/>
    <p:sldId id="318" r:id="rId20"/>
    <p:sldId id="322" r:id="rId21"/>
    <p:sldId id="326" r:id="rId22"/>
    <p:sldId id="327" r:id="rId23"/>
    <p:sldId id="328" r:id="rId24"/>
    <p:sldId id="319" r:id="rId25"/>
    <p:sldId id="329" r:id="rId26"/>
    <p:sldId id="320" r:id="rId27"/>
    <p:sldId id="311" r:id="rId28"/>
    <p:sldId id="330" r:id="rId29"/>
    <p:sldId id="337" r:id="rId30"/>
    <p:sldId id="336" r:id="rId31"/>
  </p:sldIdLst>
  <p:sldSz cx="12192000" cy="6858000"/>
  <p:notesSz cx="6858000" cy="9144000"/>
  <p:embeddedFontLs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260048-4FB8-529E-9F14-86CD89E7FB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6DC5D8-1EAB-31E9-219A-16F3AFE967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1830D-45DD-4851-B4A6-304F36523691}" type="datetimeFigureOut">
              <a:rPr lang="en-US" smtClean="0"/>
              <a:t>12/05/2026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5FFCF-02C3-28CE-2183-91B4433E80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2C1C1-625F-6C50-04EF-FC84FF8E2F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4A87D-6AA1-4D27-B78D-F914321F7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7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9AB64D6E-4D81-4BE3-F953-FEC87276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34A0CCD5-16DF-0BF3-D8FC-C13EF0A9D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4511C907-F785-9384-F806-75A39D602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203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E3A2BCF-5341-13AF-9973-B395B63C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>
            <a:extLst>
              <a:ext uri="{FF2B5EF4-FFF2-40B4-BE49-F238E27FC236}">
                <a16:creationId xmlns:a16="http://schemas.microsoft.com/office/drawing/2014/main" id="{1BCF8573-CE1D-EF90-CC64-2F45EC39F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44E0AEC1-23F1-E1A0-01C5-1C55E9D02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4475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9F347C7-8EBF-888C-2CD3-4DE6AE55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22A470B1-A766-6976-78B5-C535F7CD2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DB19350-AC6C-25DB-21BE-CFEAB0ABB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7077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8D1211E-8517-1331-71B2-6E149224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406CE3F-DAD6-8BBD-4019-AD451FECB7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743FF3A-E79F-4969-9951-E3F2B5E0C9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977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08CD6BF-BFD6-A708-66FB-FF2A67843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EB59A90B-758E-93C9-6423-904C4256F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2A1E46D8-0AC2-F9BE-F17D-EF8F8F4D9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5947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CEC265E-AE63-F708-E2B5-5A85EF53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EB79573-B9C7-7528-9E4C-A5C774126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D7C2493-03CC-014A-C767-05DBAA344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2264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BBBC3D0-4567-6D2C-E20B-5AA75AA4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F52F0AC-C70D-6768-1567-40EE68ED8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39050B0-A12D-9838-F4DA-6A0DEE82D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9827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644E1D02-5FF6-7117-7249-5AA2B22E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03A9C9BA-8326-DB47-DB94-545DEF894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E8832B36-D545-B278-832C-09601583B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002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4F2E182-DCB5-7EEC-52DB-B0022778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00F2BAA-A693-56D4-1395-56AD26C20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765EC9E7-03C6-014B-2118-0FED11219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0457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A4B7EC9-BA73-5B2D-E4F9-4CD2B4FA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0CC18B9-400C-165C-0A36-39899FDF7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2C93ED4-3BFB-1C3D-7B31-248482A75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903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421A6DC4-A0AA-DF20-C4A1-020543C0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E45F6C33-34D3-D5D2-E39C-B73C6968D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7F70AFF-C7A2-6429-C7EF-D931097E1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6931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328DA4A-BEAF-D283-1BFC-BA01A502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967AC54-CE86-8DE6-2809-53EF7434E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2E79065F-65BF-95A9-1110-AD76BEA77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5531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B0837A07-76E7-53EF-2C93-4A06FDC18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BAE6957D-F04C-392A-C782-A61E25D6E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F556D9BE-AE50-A57D-0543-EDD1FF19E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7482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1A30779-5B8F-A7F7-F68B-D2ECFB55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BD42F39-2961-5E85-2D21-876D30FC0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2E8226C9-3DBA-B137-77CB-42BA91B61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648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C3A560A9-D762-2495-FFF4-2CD2F763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1EE465F-B4B5-916C-3BF7-BCD3EAC56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04148EA-ED3A-D715-7ED1-8F3D18D4A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6024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437208A7-17B7-2554-DAE0-85D147AE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5247261-B7F3-AF03-93F3-21E74A928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AD3BD59-37AA-A1E9-0AA6-B84544B7F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7601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BE90D02D-454F-1F38-5755-755520B7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F35FD667-86AF-4D8A-8175-601294427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30356702-2BC9-7541-6285-7395FE5E2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3426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FC0A0538-81FB-A25B-2001-2EA110E5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55972CB8-29E6-F8AF-9716-8D9EA9126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24417793-C260-A1E4-6F5B-1FD3B5508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40413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53548A1-E1D9-9A8C-A88A-0C9D9A3A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E88B19DB-3B01-91AF-9D10-EBB803D83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2F9C3A8-4238-1203-E4FF-CEE5AA290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219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2DD656EA-FEF8-4847-53C0-20656C39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E1A90AD1-66CF-A384-316E-6874CF4B9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CF33B62B-EC13-F523-7599-8FD4BC2EA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1473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3FCA054-CC1E-934F-8F1B-5170B4E7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E9749A4-4D09-27F4-F84F-A663CE51A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D6CE506-7C98-12C3-5ADF-9FC85EEB0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874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38685A6-D98D-5110-BB3E-1ED0F6C0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6E99336-EF21-8F83-37D2-6F08F4A44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AF19CC7-3535-8FFC-50CB-5C15282B8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8984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E6A83F-5543-8259-BCC6-04234E68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CC59FA3-C9D8-D1FD-134E-B327AE608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CA5EBCC-CD7A-C24D-7972-09281ACBB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7544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2EB98C0-7569-EB26-2F22-BD8AF44E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F59B1622-FC9A-0303-588D-3EC814469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BF516EA-D11D-3FCE-E940-5D4B2031E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3020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he-internet.herokuapp.com/login" TargetMode="Externa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demo.opencart.com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aucedemo.com/" TargetMode="External"/><Relationship Id="rId5" Type="http://schemas.openxmlformats.org/officeDocument/2006/relationships/hyperlink" Target="https://automationexercise.com/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286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113278" y="1826395"/>
            <a:ext cx="796544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ROBOTIC PROCESS AUTOMATION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486399" y="2715628"/>
            <a:ext cx="12192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96730" y="3236873"/>
            <a:ext cx="561885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Tự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động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hóa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quy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trình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0" y="5638199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Trường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Đại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Kiến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trúc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Đà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Nẵng</a:t>
            </a:r>
            <a:endParaRPr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0" y="6081397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Khoa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Công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nghệ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Thông tin</a:t>
            </a: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286571" y="4264476"/>
            <a:ext cx="56188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Giảng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viên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: PGC.TS. </a:t>
            </a:r>
            <a:r>
              <a:rPr lang="en-US" sz="15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Trần</a:t>
            </a:r>
            <a:r>
              <a:rPr lang="en-US" sz="15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Mạnh</a:t>
            </a:r>
            <a:r>
              <a:rPr lang="en-US" sz="15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Huy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286571" y="4784377"/>
            <a:ext cx="561885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kỳ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: </a:t>
            </a:r>
            <a:r>
              <a:rPr lang="en-US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II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-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Năm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: 2025-2026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7273FC82-A524-287D-700C-A4A49DB9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8B9D6E61-C20E-1D87-6D2C-E5D1FE2D9D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B6D03D91-0EBB-B0C6-7A6E-17EC4B686CBE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34DF7B45-2D06-D60B-8A2E-9D0EF458D35A}"/>
              </a:ext>
            </a:extLst>
          </p:cNvPr>
          <p:cNvSpPr txBox="1"/>
          <p:nvPr/>
        </p:nvSpPr>
        <p:spPr>
          <a:xfrm>
            <a:off x="2987041" y="2481841"/>
            <a:ext cx="621776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 IV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8652007C-78AC-2B2D-1DA1-B06DE9481EA1}"/>
              </a:ext>
            </a:extLst>
          </p:cNvPr>
          <p:cNvSpPr txBox="1"/>
          <p:nvPr/>
        </p:nvSpPr>
        <p:spPr>
          <a:xfrm>
            <a:off x="2377290" y="3796708"/>
            <a:ext cx="743727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LẬP TRÌNH ROBOT FRAMEWORK CƠ BẢN</a:t>
            </a:r>
            <a:endParaRPr lang="vi-V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236135E0-9112-AB96-AE55-E4028E5E9003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33045-4C63-911F-FAAA-F133D8CF1D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3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DF17469-F1DD-1E04-2A64-572B273F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D035FE7F-F92A-9ADF-BB35-3841C00DE2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B5CF7F4E-0F59-C269-D99D-0AA2F2824F0E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 IV: ROBOT FRAMEWORK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60520060-41D1-DD38-0488-62FE0B45AD91}"/>
              </a:ext>
            </a:extLst>
          </p:cNvPr>
          <p:cNvSpPr txBox="1"/>
          <p:nvPr/>
        </p:nvSpPr>
        <p:spPr>
          <a:xfrm>
            <a:off x="1485900" y="2532385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Keyword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cấu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trúc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nâng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cao</a:t>
            </a:r>
            <a:endParaRPr lang="vi-V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8" name="Google Shape;118;p15" descr="image.png">
            <a:extLst>
              <a:ext uri="{FF2B5EF4-FFF2-40B4-BE49-F238E27FC236}">
                <a16:creationId xmlns:a16="http://schemas.microsoft.com/office/drawing/2014/main" id="{FE253F75-056A-DD6A-E326-2B14062772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7;p15">
            <a:extLst>
              <a:ext uri="{FF2B5EF4-FFF2-40B4-BE49-F238E27FC236}">
                <a16:creationId xmlns:a16="http://schemas.microsoft.com/office/drawing/2014/main" id="{C8B43C8E-0D0B-EEC4-6B94-4BED1F8DD439}"/>
              </a:ext>
            </a:extLst>
          </p:cNvPr>
          <p:cNvSpPr txBox="1"/>
          <p:nvPr/>
        </p:nvSpPr>
        <p:spPr>
          <a:xfrm>
            <a:off x="1485900" y="1714500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thiệu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Robot Framework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4380A9-4FF3-43D3-C2CC-14066A7EDF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3" name="Google Shape;117;p15">
            <a:extLst>
              <a:ext uri="{FF2B5EF4-FFF2-40B4-BE49-F238E27FC236}">
                <a16:creationId xmlns:a16="http://schemas.microsoft.com/office/drawing/2014/main" id="{7D9370EF-FCC3-0A45-8E56-CBFE385F0190}"/>
              </a:ext>
            </a:extLst>
          </p:cNvPr>
          <p:cNvSpPr txBox="1"/>
          <p:nvPr/>
        </p:nvSpPr>
        <p:spPr>
          <a:xfrm>
            <a:off x="1485900" y="3350270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3.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Kết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hợp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Robot Framework</a:t>
            </a:r>
            <a:endParaRPr lang="vi-V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117;p15">
            <a:extLst>
              <a:ext uri="{FF2B5EF4-FFF2-40B4-BE49-F238E27FC236}">
                <a16:creationId xmlns:a16="http://schemas.microsoft.com/office/drawing/2014/main" id="{1F708A73-F423-3CB2-732F-9B90257DEA13}"/>
              </a:ext>
            </a:extLst>
          </p:cNvPr>
          <p:cNvSpPr txBox="1"/>
          <p:nvPr/>
        </p:nvSpPr>
        <p:spPr>
          <a:xfrm>
            <a:off x="1557020" y="4168155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Project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thực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tế</a:t>
            </a:r>
            <a:endParaRPr lang="vi-V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29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2019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00216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9850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333500" y="637401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MỤC TIÊU CHƯƠNG III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866899" y="1962150"/>
            <a:ext cx="980653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1: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Hiểu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tự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động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hóa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với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robot framework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866900" y="3002160"/>
            <a:ext cx="9334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2: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Viết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tự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động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hóa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với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robot framework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866900" y="3969842"/>
            <a:ext cx="9334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3: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Kết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hợp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Python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để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tạo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custom keywork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7ADB45-FB02-12F6-2780-D6CC68A0C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 GIỚI THIỆU ROBOT FRAMEWORK</a:t>
            </a:r>
          </a:p>
        </p:txBody>
      </p:sp>
      <p:sp>
        <p:nvSpPr>
          <p:cNvPr id="157" name="Google Shape;157;p17"/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1A8E8E-5919-3049-EF7C-96FC8C9CFD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4F15AA0-2096-F17E-5EF1-D1360DBC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551549D-0A2D-239E-6A0A-035DF1681D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264F56A-713A-5829-B0F6-51B270501B8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6D1425E-301C-9EAB-8408-5AFF8317E5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99245C-1E40-5CC6-B487-5AD2B9A830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12633-EB7C-6D2F-9CD4-1EA676CFB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606" y="1752700"/>
            <a:ext cx="9566787" cy="437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773B523-D930-A9F8-2938-5C36A479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A5FB6B52-B27E-D80D-4322-21AB24B52F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A085A0B9-C52A-6296-0A7B-88D81314AA8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25DCF0A-59DE-C194-6A19-BA9DF9E8EF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243DFB2-B922-9BAB-3B1F-674902F8C3D8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gì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FDBD54-FCBF-CD35-D2BA-21ED28740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7386994B-C83B-F6CD-F237-123F59BCB4AD}"/>
              </a:ext>
            </a:extLst>
          </p:cNvPr>
          <p:cNvSpPr txBox="1"/>
          <p:nvPr/>
        </p:nvSpPr>
        <p:spPr>
          <a:xfrm>
            <a:off x="1368217" y="3144441"/>
            <a:ext cx="945556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Open source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Keywork-driven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Dễ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đọc</a:t>
            </a:r>
            <a:endParaRPr lang="vi-V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12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9021268-43E9-B105-7E11-CCE112FE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9EFDCB1C-824F-4F53-1AD9-AA874BB863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FDC1A8EC-E0D5-8B17-3CCE-CC0949EB1CD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2BA64B7-F546-E444-EDAD-3E9740CC62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A4D7DBE6-17DA-3AFE-35BE-92AB6DEA665B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dùng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CF433-96DE-5461-49C3-18592290CA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D7C4E302-41EC-3E5A-BB7D-ADC737EF0D6F}"/>
              </a:ext>
            </a:extLst>
          </p:cNvPr>
          <p:cNvSpPr txBox="1"/>
          <p:nvPr/>
        </p:nvSpPr>
        <p:spPr>
          <a:xfrm>
            <a:off x="1368217" y="3144441"/>
            <a:ext cx="945556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Web testing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API testing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RPA</a:t>
            </a:r>
            <a:endParaRPr lang="vi-V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71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CF96406C-7610-273F-3E5F-AF70375CE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AB96622A-8EF1-20F3-2C3B-4245ABBEDA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0289EFDE-3A17-CE31-C3CD-26A41C6DF7F9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03684642-7C6E-ADFE-BAA7-85ACA6C3B2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1A2590E9-7CE5-029B-E630-F0FCD69AEED6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Robot framework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789A92-B2C9-CD57-3F72-35B1814922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C3A42E32-A889-2A97-456E-6A1A912D64DC}"/>
              </a:ext>
            </a:extLst>
          </p:cNvPr>
          <p:cNvSpPr txBox="1"/>
          <p:nvPr/>
        </p:nvSpPr>
        <p:spPr>
          <a:xfrm>
            <a:off x="1368217" y="3144441"/>
            <a:ext cx="945556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Cài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đặt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python</a:t>
            </a: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pip </a:t>
            </a:r>
            <a:r>
              <a:rPr lang="vi-VN" sz="2400" dirty="0">
                <a:latin typeface="Verdana" panose="020B0604030504040204" pitchFamily="34" charset="0"/>
                <a:ea typeface="Verdana" panose="020B0604030504040204" pitchFamily="34" charset="0"/>
              </a:rPr>
              <a:t>robotframework-seleniumlibrary</a:t>
            </a:r>
          </a:p>
        </p:txBody>
      </p:sp>
    </p:spTree>
    <p:extLst>
      <p:ext uri="{BB962C8B-B14F-4D97-AF65-F5344CB8AC3E}">
        <p14:creationId xmlns:p14="http://schemas.microsoft.com/office/powerpoint/2010/main" val="359387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4D4EBAB-4F2C-E57C-533D-AEA70256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8E9A39B-5521-029C-EC96-9ED4660725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8EB671C-BB38-646C-D30A-2D17FAE58AF2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02A38D4E-1564-41AF-5C8C-EC3156E27A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27C3A2A7-2A1B-2019-ABC2-0C2C9176D805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Cài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đặt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python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194F95-AA41-2A4A-A64B-43A978E155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3EFDA090-FBF0-633D-760F-5D40E41D0614}"/>
              </a:ext>
            </a:extLst>
          </p:cNvPr>
          <p:cNvSpPr txBox="1"/>
          <p:nvPr/>
        </p:nvSpPr>
        <p:spPr>
          <a:xfrm>
            <a:off x="1368217" y="3144441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python –version</a:t>
            </a:r>
            <a:endParaRPr lang="vi-V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D8D5C2FF-04C7-B14F-CDB4-9A6C276F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363F0DE-39D8-1D4C-15F5-945516387B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005B9B6-0381-1625-15AF-557802652464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55584FD-D8AE-ADF2-D90B-12A643933C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362A817-A554-50B6-2775-0EADD858DFBF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Robot framework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8D58E1-FA15-A56A-EAAF-B0F815DA1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582BD0DB-6B60-3DE8-BFC1-602B9D73D690}"/>
              </a:ext>
            </a:extLst>
          </p:cNvPr>
          <p:cNvSpPr txBox="1"/>
          <p:nvPr/>
        </p:nvSpPr>
        <p:spPr>
          <a:xfrm>
            <a:off x="1368217" y="2839641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pip install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robotframework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134;p16">
            <a:extLst>
              <a:ext uri="{FF2B5EF4-FFF2-40B4-BE49-F238E27FC236}">
                <a16:creationId xmlns:a16="http://schemas.microsoft.com/office/drawing/2014/main" id="{4157D071-120D-49B2-3964-93E2A30CC942}"/>
              </a:ext>
            </a:extLst>
          </p:cNvPr>
          <p:cNvSpPr txBox="1"/>
          <p:nvPr/>
        </p:nvSpPr>
        <p:spPr>
          <a:xfrm>
            <a:off x="1368217" y="4111625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Kiểm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Google Shape;134;p16">
            <a:extLst>
              <a:ext uri="{FF2B5EF4-FFF2-40B4-BE49-F238E27FC236}">
                <a16:creationId xmlns:a16="http://schemas.microsoft.com/office/drawing/2014/main" id="{A5B5B70C-E29C-BA98-3401-7916A1D977C8}"/>
              </a:ext>
            </a:extLst>
          </p:cNvPr>
          <p:cNvSpPr txBox="1"/>
          <p:nvPr/>
        </p:nvSpPr>
        <p:spPr>
          <a:xfrm>
            <a:off x="1402935" y="5084366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robot --version</a:t>
            </a:r>
          </a:p>
        </p:txBody>
      </p:sp>
    </p:spTree>
    <p:extLst>
      <p:ext uri="{BB962C8B-B14F-4D97-AF65-F5344CB8AC3E}">
        <p14:creationId xmlns:p14="http://schemas.microsoft.com/office/powerpoint/2010/main" val="127912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A5262FD-06ED-9E82-6FCD-5E883A5F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07FF4A75-4058-957A-CDB7-2EC2B8634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69253CC7-1349-12CC-FD51-CF938056C84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DFAF2CDE-739B-D26D-E437-03B21858F3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2023F8FA-2106-DB52-413B-DFA5CA58D8F6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vi-VN" sz="2400" b="1" dirty="0">
                <a:latin typeface="Verdana" panose="020B0604030504040204" pitchFamily="34" charset="0"/>
                <a:ea typeface="Verdana" panose="020B0604030504040204" pitchFamily="34" charset="0"/>
              </a:rPr>
              <a:t>seleniumlibrar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y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54B107-1503-B0CF-E63E-4AE9A49F2F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95A8E759-42BA-103F-254E-E9A606D27208}"/>
              </a:ext>
            </a:extLst>
          </p:cNvPr>
          <p:cNvSpPr txBox="1"/>
          <p:nvPr/>
        </p:nvSpPr>
        <p:spPr>
          <a:xfrm>
            <a:off x="1368217" y="3144441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pip </a:t>
            </a:r>
            <a:r>
              <a:rPr lang="vi-VN" sz="2400" dirty="0">
                <a:latin typeface="Verdana" panose="020B0604030504040204" pitchFamily="34" charset="0"/>
                <a:ea typeface="Verdana" panose="020B0604030504040204" pitchFamily="34" charset="0"/>
              </a:rPr>
              <a:t>robotframework-seleniumlibrary</a:t>
            </a:r>
          </a:p>
        </p:txBody>
      </p:sp>
    </p:spTree>
    <p:extLst>
      <p:ext uri="{BB962C8B-B14F-4D97-AF65-F5344CB8AC3E}">
        <p14:creationId xmlns:p14="http://schemas.microsoft.com/office/powerpoint/2010/main" val="298966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F49293A-664F-D0DF-EA0E-6E82EF89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CEA95719-BCFF-546C-247F-18614A4A49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6AAE0DE7-8AFA-68B5-CE70-70A0F63B9E2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CDCA823F-DF9B-82C0-AF63-8996F99A7B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E2EF6BD-E26A-4D87-EE1E-3731504A3524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robot framework </a:t>
            </a:r>
            <a:r>
              <a:rPr lang="en-U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Visual studio code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26360-B1EB-8EBF-9F1A-4EE3306186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12A27-9E2A-7C5C-DEF3-D1D7BA7C1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961" y="3294763"/>
            <a:ext cx="8930640" cy="299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7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918EC8C-1DC5-50C5-E68F-463FA2D8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9246D8C5-C249-FFCB-2F66-0ED329C22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3F13965A-2597-28A4-B776-96D590D7B874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09A5CF1D-D940-7696-509D-34ACB10B21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1D882DB-6248-DD6F-651C-E9709F13FB39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Cấu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trúc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file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7A54A-3C7A-E00C-2DEB-680A64148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10BF559-5543-3D7C-A9D8-90EEBA68C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718" y="3402846"/>
            <a:ext cx="59531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84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BC85338-B84B-2F77-996B-6F37A38D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B00E8E9F-DDBD-CA5A-83A8-2430987870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8ACF0568-36DA-55CF-732A-30D26AE7F85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</a:t>
            </a: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FRAMEWORK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810497C-5A1F-8AA8-F481-F04724D460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A747FAA-F55E-2F8A-E191-C3EDD3EA5F49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Cấu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trúc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E123C7-B73C-F23A-7946-1E3E9BE3D0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955E66F-3A76-CE5D-67B1-884F9245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718" y="3402846"/>
            <a:ext cx="59531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29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37CEB8A5-2ADD-A950-F954-1DA492E9F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1A26FC58-397B-161E-EBE8-D7A590A5DC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74949CA5-ADED-2B4F-661D-F560C40EFEF2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CB792827-7A37-5594-D91D-1DB2D7921658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KEYWORK VÀ CẤU TRÚC NÂNG CAO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3AB28A78-2144-3DF8-6304-092850C32B96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A4A1C-48A3-802F-48D0-9BEEC83C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63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9A70638-8A9D-E164-7C6E-ABCFC15B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E608791-C21C-8D40-BDEE-15D08FFF7F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B2D4C94-2065-4F32-9BD1-3A844895E94E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KEYWORK VÀ CẤU TRÚC NÂNG CAO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D0324439-D303-5D11-D240-E62AD5310F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19C7B548-B691-9241-9EBA-0D41DC3077D0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Settings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B759C-3094-ACFA-7E95-32647D685E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32E5856-92AD-67F6-1423-1CB77F5C7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3057009"/>
            <a:ext cx="90106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573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B5FAD33-CD42-4807-58D6-08691423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57118F29-5B3C-29CE-272D-7752E4288F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772A2BE-DAB8-E0BC-FE0F-CDC690ADDDCC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KEYWORK VÀ CẤU TRÚC NÂNG CAO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7370FBD7-8D1A-F0E9-25EE-322BE5F98C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F5E400A6-BCF5-4C6A-2D66-3A8F4A45D7CD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Variables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9A38AD-1FD3-9EB3-1356-5DCDBE5212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B7E6ED6-E94A-13CF-321A-FCB2A660F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757" y="2805984"/>
            <a:ext cx="6973047" cy="382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766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48752D3-0A48-2DA8-CD2E-51E5610F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5B8A8473-E3F4-F977-B8F8-F7133685E6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C633AC89-AF7C-2427-9373-39172F70ACF3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KEYWORK VÀ CẤU TRÚC NÂNG CAO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B9477D0-62EE-1C6B-4409-DD6FF64C0C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13AB9525-CFD0-E67F-760E-E9FDF4C1F037}"/>
              </a:ext>
            </a:extLst>
          </p:cNvPr>
          <p:cNvSpPr txBox="1"/>
          <p:nvPr/>
        </p:nvSpPr>
        <p:spPr>
          <a:xfrm>
            <a:off x="1295995" y="1388996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Test case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28953-B445-EEDF-402D-B8D1A480AB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7D108C0-5914-55BE-7EFF-CBC54CFC9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153" y="2127660"/>
            <a:ext cx="5541327" cy="4413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110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B070224-4AFC-536A-EB14-4FA24121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8B848D4-BD5E-72A1-8CF4-4A6D6B4983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43B77A2-526E-F95A-BA80-AA5A1080106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KEYWORK VÀ CẤU TRÚC NÂNG CAO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46EF221-3BCA-9B63-F9D8-D64E40A415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75063FE-43E0-3B61-6633-544586DC67CB}"/>
              </a:ext>
            </a:extLst>
          </p:cNvPr>
          <p:cNvSpPr txBox="1"/>
          <p:nvPr/>
        </p:nvSpPr>
        <p:spPr>
          <a:xfrm>
            <a:off x="1295995" y="1388996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Keywords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BDF84-1BA5-1220-F3B9-380B0D54A1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C58481B-EAFB-A798-618E-D77F9F6C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561" y="2315537"/>
            <a:ext cx="6766877" cy="40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75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BD554BE0-6BF6-86AA-DCA9-5FD8DF09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842EF6EF-D007-1A61-2251-1B3C7D90F2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64747F52-D9C9-3420-CE4B-C08A98AAB946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0C10F900-0A82-9E8B-67CD-373A2D3A1874}"/>
              </a:ext>
            </a:extLst>
          </p:cNvPr>
          <p:cNvSpPr txBox="1"/>
          <p:nvPr/>
        </p:nvSpPr>
        <p:spPr>
          <a:xfrm>
            <a:off x="0" y="2481841"/>
            <a:ext cx="12192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3. KẾT HỢP PYTHON VỚI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 FRAMREWORK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61D6C75F-1480-D609-93FA-F7002D4F3198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4A6F95-62FB-7BFF-A88E-AC3D8BCC6D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38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5FCF1760-6B71-4EAF-E2A2-12B2B86E5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A39EA9D6-06CE-E290-0C5A-8215658A4C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A22CAA9-7EFE-1FFD-B384-DB84284BE0C1}"/>
              </a:ext>
            </a:extLst>
          </p:cNvPr>
          <p:cNvSpPr txBox="1"/>
          <p:nvPr/>
        </p:nvSpPr>
        <p:spPr>
          <a:xfrm>
            <a:off x="1295995" y="571500"/>
            <a:ext cx="108407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3. KẾT HỢP PYTHON VỚI ROBOT FRAMREWORK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FFAD5A49-302F-BF52-F148-818AD06618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855BD-5077-E7EC-C5F2-5E685E15E5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084C63A-809E-5D5E-E4B7-3BC6E98AB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524" y="3429000"/>
            <a:ext cx="45815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8D6D616C-17DA-8227-0FD5-1B01668A8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595" y="2723777"/>
            <a:ext cx="53244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287FDD5A-FA68-B80B-DD4A-72FAC4B76ADD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Tích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hợp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hàm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từ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khóa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tìm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kiếm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95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7D9C4C7A-6A55-818D-F179-25D93862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160B60A0-5423-97D7-CF5E-B4C07F3F9E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920A9B0E-FB5D-3FE8-92AC-41A14D4D2385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482F9B2F-54D5-3906-1E0D-C5783641B623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PROJECT THỰC TẾ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DD408668-D484-51A0-88F3-0350E2C95508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6B6128-08B4-4E9A-7D1A-2ECA002A3C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3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26ECD71-FD5D-556E-5A51-E8BE7569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B50AC8F-75C8-A551-54FA-AD8F1E8F23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D493B9E-CBD9-F21B-164C-1EB197BB0BB1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PROJECT THỰC TẾ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23FA77E2-C9FA-7AC3-726E-B16BFBFA81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E1B3E1F-79B6-AF21-0C9C-066E4284C13B}"/>
              </a:ext>
            </a:extLst>
          </p:cNvPr>
          <p:cNvSpPr txBox="1"/>
          <p:nvPr/>
        </p:nvSpPr>
        <p:spPr>
          <a:xfrm>
            <a:off x="1295995" y="1480820"/>
            <a:ext cx="9143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Project 1: Automation Test Login</a:t>
            </a:r>
            <a:endParaRPr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89D4A714-95A8-3609-3688-4F0DFD8F44D3}"/>
              </a:ext>
            </a:extLst>
          </p:cNvPr>
          <p:cNvSpPr txBox="1"/>
          <p:nvPr/>
        </p:nvSpPr>
        <p:spPr>
          <a:xfrm>
            <a:off x="1295995" y="2106929"/>
            <a:ext cx="9824484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V</a:t>
            </a:r>
            <a:r>
              <a:rPr lang="vi-VN" sz="2400" dirty="0"/>
              <a:t>iết automation test cho chức năng </a:t>
            </a:r>
            <a:r>
              <a:rPr lang="vi-VN" sz="2400" b="1" dirty="0"/>
              <a:t>Login của website</a:t>
            </a:r>
            <a:r>
              <a:rPr lang="vi-VN" sz="2400" dirty="0"/>
              <a:t>.</a:t>
            </a:r>
          </a:p>
          <a:p>
            <a:pPr>
              <a:lnSpc>
                <a:spcPct val="150000"/>
              </a:lnSpc>
            </a:pPr>
            <a:r>
              <a:rPr lang="vi-VN" sz="2400" dirty="0"/>
              <a:t>Test các trường hợp: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Login thành công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Sai password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Sai username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Username rỗng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Password rỗng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79D858-E00E-0910-717E-E06F342691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15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130386E4-4CD0-D15B-348B-C272FB46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5E7FF59-34F9-61C7-5DB3-7F6B41334C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A5574E0D-0B7C-D5C1-EDA2-50289E5A406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PROJECT THỰC TẾ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B42FE613-5486-F105-5E4F-43EE832DF8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0ED86326-048C-7B26-E809-916E3CAF7C2B}"/>
              </a:ext>
            </a:extLst>
          </p:cNvPr>
          <p:cNvSpPr txBox="1"/>
          <p:nvPr/>
        </p:nvSpPr>
        <p:spPr>
          <a:xfrm>
            <a:off x="1295995" y="2106929"/>
            <a:ext cx="982448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website: </a:t>
            </a:r>
            <a:r>
              <a:rPr lang="en-US" sz="3200" dirty="0">
                <a:hlinkClick r:id="rId5"/>
              </a:rPr>
              <a:t>https://the-internet.herokuapp.com/login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username: </a:t>
            </a:r>
            <a:r>
              <a:rPr lang="en-US" sz="3200" dirty="0" err="1"/>
              <a:t>tomsmith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password: </a:t>
            </a:r>
            <a:r>
              <a:rPr lang="en-US" sz="3200" dirty="0" err="1"/>
              <a:t>SuperSecretPassword</a:t>
            </a:r>
            <a:r>
              <a:rPr lang="en-US" sz="3200" dirty="0"/>
              <a:t>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7019F-C3BD-549F-E230-38BC04AFEB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20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11B3694E-FD84-F491-1E02-FFA091BB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B3828D8C-F1FB-2516-2DE1-24FDB7BCC2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384A2BC-7BA3-DF83-C092-C312847C48B9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PROJECT THỰC TẾ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8DF11DC-4211-853A-0CBB-3C10988DE6A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99C44AF-D959-B82C-9700-CDF86A5A0C33}"/>
              </a:ext>
            </a:extLst>
          </p:cNvPr>
          <p:cNvSpPr txBox="1"/>
          <p:nvPr/>
        </p:nvSpPr>
        <p:spPr>
          <a:xfrm>
            <a:off x="1295995" y="1480820"/>
            <a:ext cx="9143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Project 2: Automation Test Search</a:t>
            </a:r>
            <a:endParaRPr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408DC64C-B38A-8CAE-8453-0800BD8D5F04}"/>
              </a:ext>
            </a:extLst>
          </p:cNvPr>
          <p:cNvSpPr txBox="1"/>
          <p:nvPr/>
        </p:nvSpPr>
        <p:spPr>
          <a:xfrm>
            <a:off x="1295995" y="2106929"/>
            <a:ext cx="982448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Search </a:t>
            </a:r>
            <a:r>
              <a:rPr lang="en-US" sz="2400" b="1" dirty="0" err="1"/>
              <a:t>sản</a:t>
            </a:r>
            <a:r>
              <a:rPr lang="en-US" sz="2400" b="1" dirty="0"/>
              <a:t> </a:t>
            </a:r>
            <a:r>
              <a:rPr lang="en-US" sz="2400" b="1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website</a:t>
            </a:r>
          </a:p>
          <a:p>
            <a:pPr>
              <a:lnSpc>
                <a:spcPct val="150000"/>
              </a:lnSpc>
            </a:pPr>
            <a:r>
              <a:rPr lang="vi-VN" sz="2400" dirty="0"/>
              <a:t>Test các trường hợp: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Search sản phẩm tồn tại 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Search sản phẩm không tồn tại 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Search với ký tự đặc biệt 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/>
              <a:t>Search rỗng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F4B0A1-46E1-80BE-33DF-8165AC929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8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876FB4E-969D-B9AF-0711-4E7902C3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9270755F-8638-734E-2309-C42AEDDE22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37BDD82-8198-85DC-5870-E0ADBE59F80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PROJECT THỰC TẾ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CF50F77A-6E7D-BC08-B231-C05DD66C12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C9F4F4CF-6444-A05B-2B27-028EBC78646B}"/>
              </a:ext>
            </a:extLst>
          </p:cNvPr>
          <p:cNvSpPr txBox="1"/>
          <p:nvPr/>
        </p:nvSpPr>
        <p:spPr>
          <a:xfrm>
            <a:off x="1295995" y="2106929"/>
            <a:ext cx="9824484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Website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hlinkClick r:id="rId5"/>
              </a:rPr>
              <a:t>https://automationexercise.com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>
                <a:hlinkClick r:id="rId6"/>
              </a:rPr>
              <a:t>https://www.saucedemo.com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>
                <a:hlinkClick r:id="rId7"/>
              </a:rPr>
              <a:t>https://demo.opencart.com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3A2E75-6C85-BF55-BC16-D1EAD87E05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6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728814-0f98-4048-bbcb-c081d5c1933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B7DB85C6CE048AEF838085D0CC4CE" ma:contentTypeVersion="5" ma:contentTypeDescription="Create a new document." ma:contentTypeScope="" ma:versionID="cc9f4f17209173c2d38d22f1aa49d4e7">
  <xsd:schema xmlns:xsd="http://www.w3.org/2001/XMLSchema" xmlns:xs="http://www.w3.org/2001/XMLSchema" xmlns:p="http://schemas.microsoft.com/office/2006/metadata/properties" xmlns:ns3="27728814-0f98-4048-bbcb-c081d5c19333" targetNamespace="http://schemas.microsoft.com/office/2006/metadata/properties" ma:root="true" ma:fieldsID="1a23e52c277ede3f4bc4c33df8849652" ns3:_="">
    <xsd:import namespace="27728814-0f98-4048-bbcb-c081d5c193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28814-0f98-4048-bbcb-c081d5c193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FA9961-67A5-413D-93AD-CAE5C1D1EA1F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27728814-0f98-4048-bbcb-c081d5c19333"/>
  </ds:schemaRefs>
</ds:datastoreItem>
</file>

<file path=customXml/itemProps2.xml><?xml version="1.0" encoding="utf-8"?>
<ds:datastoreItem xmlns:ds="http://schemas.openxmlformats.org/officeDocument/2006/customXml" ds:itemID="{21CDD717-CE49-4DA9-AFE8-B60056C315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728814-0f98-4048-bbcb-c081d5c193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14AF2A-A57F-4BB4-8121-854EB3C1F9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477</Words>
  <Application>Microsoft Office PowerPoint</Application>
  <PresentationFormat>Widescreen</PresentationFormat>
  <Paragraphs>116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Wingdings</vt:lpstr>
      <vt:lpstr>Verdana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Ro Nguyen - Rainscales</cp:lastModifiedBy>
  <cp:revision>290</cp:revision>
  <dcterms:modified xsi:type="dcterms:W3CDTF">2026-05-12T05:34:32Z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0x010100224B7DB85C6CE048AEF838085D0CC4CE</vt:lpwstr>
  </property>
</Properties>
</file>